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68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33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CO-OP Project at Industry (Module-2) 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Disease Prediction Using Machine Learning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2210991961 | 2210991951 | 2210992226 | 2210991576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B.Tech CSE, Batch 2022-26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comprehensive ML-based system for predicting five major diseases: Diabetes, Heart Disease, Parkinson’s, CKD, and AIDS.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Support Vector Machine (SVM) classifiers trained on publicly available medical datasets.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StandardScaler normalization with 70/30 stratified train-test splits.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Interactive Streamlit web app for real-time predictions from medical inputs.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Serialized models via Pickle for fast inference. Accuracy range: 77% to 95%.</a:t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Build ML Models: Develop SVM-based classifiers for Diabetes, Heart Disease, Parkinson's, CKD, and AIDS.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Web Application: Create an interactive Streamlit app for real-time disease risk prediction from user inputs.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Evaluate Performance: Measure model accuracy, ROC-AUC, and confusion matrices to validate clinical relevance.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Scalable Solution: Deliver a maintainable, unified platform extendable to more diseases and algorithms.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Diabetes - Pima Indian Diabetes Dataset: 768 samples, 8 features (UCI ML Repository).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Heart Disease - Cleveland Heart Disease Dataset: 303 samples, 13 features (UCI ML Repository).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Parkinson's Disease Dataset: 195 samples, 22 features (UCI ML Repository).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Chronic Kidney Disease (CKD): 400 samples, 24 features (UCI ML Repository).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AIDS Classification Dataset (UCI ML Repository). All datasets are publicly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Pipeline: Load Dataset &gt; Clean and Preprocess &gt; Scale Features &gt; Train/Test Split (70/30) &gt; Train SVM &gt; Evaluate and Save.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Why SVM? Effective in high-dimensional feature spaces -- ideal for medical datasets with many biomarkers.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Robust to overfitting with small to medium sample sizes through maximum-margin hyperplanes.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Strong performance in binary and multi-class classification in clinical literature.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Interpretable decision boundaries, supporting transparent healthcare diagnostics.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Language: Python 3.x -- Core language for all ML training, preprocessing, and model management.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ML Library: scikit-learn -- SVM classifier, StandardScaler, train_test_split, evaluation metrics.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Data: pandas and numpy -- Dataset loading, cleaning, missing value handling, and array operations.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Web App: Streamlit -- Interactive web interface with sidebar navigation and real-time predictions.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Serialization: Pickle -- Save and load trained models (.sav files) for production inference.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Visualization: Matplotlib -- ROC-AUC curves and performance charts for model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Results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Diabetes: Accuracy 77.3%, ROC-AUC 0.83 -- 8 biomarker features, 768 samples.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Heart Disease: Accuracy 83.5%, ROC-AUC 0.90 -- 13 clinical features, 303 samples.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Parkinson's: Accuracy 87.2%, ROC-AUC 0.92 -- 22 voice/biomarker features, 195 samples.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Chronic Kidney Disease (CKD): Accuracy 95.2%, ROC-AUC 0.97 -- 24 features, 400 samples.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AIDS: Accuracy 91.4%, ROC-AUC 0.95 -- Binary classification on AIDS dataset.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All predictions delivered in under 1 second via the Streamlit web application.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Highest Accuracy -- CKD at 95.2%: The rich 24-feature dataset and clear clinical markers produced near-perfect classification.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Lowest Accuracy -- Diabetes at 77.3%: Reflects inherent complexity of diabetes prediction from 8 biomarkers.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Best ROC-AUC -- CKD at 0.97: Near-perfect discriminative power, reliably distinguishing positive from negative cases.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Real-time Inference in under 1 second: Enables smooth real-time usage in the Streamlit web application.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SVM proved highly effective across all five disease classification tasks.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Work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Limitation: Models trained on specific datasets -- may not generalize to all populations.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Limitation: No hyperparameter tuning or ensemble methods applied; limited feature engineering performed.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Limitation: Web app lacks user authentication and persistent data storage.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Future Work: Integrate XGBoost, Random Forest, and Neural Network models with SHAP explanations.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Future Work: Implement GridSearchCV hyperparameter tuning and expand to additional diseases.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Future Work: Develop a mobile application and EHR (Electronic Health Record) system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Successfully demonstrated the power of ML in multi-disease prediction across 5 major conditions.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SVM classifiers deployed on five medical datasets achieving 77% to 95% accuracy.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Accessible Streamlit interface enables real-time, sub-second disease risk assessment.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Key outcomes: 5 ML Models Deployed, 77-95% Accuracy Range, Real-time Prediction, Unified Platform.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AI can meaningfully assist clinicians in early disease detection and risk assessment.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34702</TotalTime>
  <Words>832</Words>
  <Application>Microsoft Office PowerPoint</Application>
  <PresentationFormat>On-screen Show (4:3)</PresentationFormat>
  <Paragraphs>98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Nakul Poonia</cp:lastModifiedBy>
  <cp:revision>2301</cp:revision>
  <dcterms:created xsi:type="dcterms:W3CDTF">2010-04-09T07:36:15Z</dcterms:created>
  <dcterms:modified xsi:type="dcterms:W3CDTF">2026-04-28T06:30:34Z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